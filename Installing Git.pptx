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C1913-4AF4-4017-BBFB-F1B610A70A41}" v="14" dt="2026-09-13T13:48:33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5EF4-03C3-3A53-A78F-6EFE2165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F2ABD-5BDB-9FC9-CF9A-5E163B74C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6698-A715-29AA-0D50-96388234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11B85-818F-C81F-50D2-CD5EC6F0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2A674-5A8D-0D68-B474-8BE22D0A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1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50A7-1F09-4111-4AF3-A7BDD223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495B-063F-56E2-AC40-C599FB8F1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23BA-CBEE-672B-3BAE-B8E0810E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5B76-0847-5117-0495-477CFB77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4C6EC-CFA6-4E21-1FFD-2C17D0AA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7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69F8-83DF-0C92-AF36-6351C78C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44A87-3391-FB75-DEC0-85F6A4A2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3B7C-969B-3BF3-41E6-C276A2E1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20B0B-4199-B81B-619A-DD2C3EBD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3F0F-4910-093D-37BF-03231DC9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FFAD-EF3E-0681-FE99-9E5E4D78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5B92-F539-59E4-2798-CC88C8C96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093D-E2BE-641C-7B41-C04F60C6F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8CF2F-ABC0-BD36-A213-FF90B5A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BD1CC-2121-2327-4951-0F836CB1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2C28D-0C6F-7350-509B-CDF38F9A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5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2D11-F7DD-A53B-7A77-0CE0F01C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58214-2A13-A419-BEE7-7896BB9DB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3F96F-EAFF-0834-2FF5-B473499AA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FF450-C9FA-C013-8AC9-0BE7F861D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4D384-4703-4390-6186-1E90ABBB4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75689-C653-DFDE-38DB-192E7A97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5829C3-5EBD-B3A3-6646-AD542FB5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75202C-873B-38F9-D264-078BDC12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0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97C7-B841-37B2-AA52-80B03477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DDBB9-3E67-C21A-459A-ABE7AE6F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C012E-E65B-6672-D8B7-4AA8C8BE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7BC04-C967-AD77-6C82-4B5BFB9C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6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2045C-9C5A-5E27-6A8E-EB1542B8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F93EC-7576-E0C2-5CDC-0C4AD8C8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1D2C3-1F9F-509D-C2B7-359A4299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6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0E5D-4812-A0EC-B563-36B22E6E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435CC-B434-D95C-4200-90C770606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930C4-5FFB-2C78-46D0-20302CE2B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95D9E-4C16-EE95-A4B8-3AB9981F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14EE1-0058-B2AD-918C-7B7A66EC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DF73A-779F-7B68-4986-BB0732DC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2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E43B-61D4-17A1-F45F-B1E1D098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DE5C0-5C95-82D7-64B1-9F3041716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BF6E5-F0DC-CEAD-CD7C-E96DE6EBF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1BD56-A2BB-8848-4547-DC1961BC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785A5-E8AA-BD82-454F-B96A96DC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0DEB4-9941-1332-5122-C582B8F5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4074-EBEB-C593-97CE-3F2665AC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27265-61B7-D269-F534-46D6ACC4E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9862-277E-F3A3-08D4-C6C141F3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352A-1A69-FE6B-82AA-278F3204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95E8-3A99-41E1-9625-118A1B6A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1535D-351B-4DA7-1D27-8DD1E8516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52E4F-CCF7-8215-15E9-17D78725B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AB8C-D673-A475-A6A5-35052D88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8C475-A9D5-3CB6-0612-52CD180E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B7F83-3E36-6DE4-C6DA-B440FBF3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3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4E345-D696-E428-668F-D769F42F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E286D-7F1A-F9BF-872E-63E3CDDC7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3D3A2-D2AC-EC9C-F006-AD3634C0B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B25EB-2544-4E89-9882-E1DC9C83B9E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A9A16-BE2C-D028-FBB7-BB3FCAAE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464BA-A509-A83D-4E5D-868FD22E4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43BD5-A788-40B7-A81C-7E3546663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vros-lykos.github.io/mylink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DCA8A-AE0E-6EFF-D89C-892EE210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63" y="1259958"/>
            <a:ext cx="3780430" cy="24817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chemeClr val="bg1">
                    <a:alpha val="60000"/>
                  </a:schemeClr>
                </a:solidFill>
              </a:rPr>
              <a:t>Scan </a:t>
            </a:r>
            <a:br>
              <a:rPr lang="en-US" sz="4800">
                <a:solidFill>
                  <a:schemeClr val="bg1">
                    <a:alpha val="60000"/>
                  </a:schemeClr>
                </a:solidFill>
              </a:rPr>
            </a:br>
            <a:r>
              <a:rPr lang="en-US" sz="4800">
                <a:solidFill>
                  <a:schemeClr val="bg1">
                    <a:alpha val="60000"/>
                  </a:schemeClr>
                </a:solidFill>
              </a:rPr>
              <a:t>To </a:t>
            </a:r>
            <a:r>
              <a:rPr lang="en-US" sz="4800" dirty="0">
                <a:solidFill>
                  <a:schemeClr val="bg1">
                    <a:alpha val="60000"/>
                  </a:schemeClr>
                </a:solidFill>
              </a:rPr>
              <a:t>connect with me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57DE14D-A1A5-DF5D-87EA-4935FA41400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9"/>
          <a:stretch>
            <a:fillRect/>
          </a:stretch>
        </p:blipFill>
        <p:spPr>
          <a:xfrm>
            <a:off x="6107503" y="685799"/>
            <a:ext cx="5410200" cy="54864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FEB78-F536-6B7C-D2E4-17D23D494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00969" y="4121870"/>
            <a:ext cx="3932237" cy="3811588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https://mavros-lykos.github.io/mylinks/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6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5B348-DD20-F142-1F20-0B6592378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4800">
                <a:solidFill>
                  <a:srgbClr val="FFFFFF"/>
                </a:solidFill>
              </a:rPr>
              <a:t>Installing Git 2.50.1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0369-B44B-6CC9-2DF2-75B24F8C4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6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408F8-99E6-448E-5D73-51B1ED4A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169" y="457200"/>
            <a:ext cx="727966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35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3B8640-1435-E631-A442-E0F46C32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071" y="457200"/>
            <a:ext cx="716985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9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5CB8C-A86E-3C86-FC30-8C1F26AF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35" y="1290095"/>
            <a:ext cx="5129784" cy="427780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7C5AA-CBB0-B352-0A29-000B70D4A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1321484"/>
            <a:ext cx="5129784" cy="421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3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166A4-9808-9ED9-AD64-28C7B919E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05" y="457200"/>
            <a:ext cx="709999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4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9852A-1E14-8F9B-E290-5A4580E77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33" y="1219955"/>
            <a:ext cx="5372100" cy="441808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EDFB0-24BD-0D18-09DB-E8F429DD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1213362"/>
            <a:ext cx="5372099" cy="443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5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20574-5D14-D1D1-35F5-53B19713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56" y="457200"/>
            <a:ext cx="723348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1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6AD63-0649-AAF8-7FCA-238B9244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930" y="457200"/>
            <a:ext cx="72601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4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05F6A-68D8-5F46-A536-0D62ABED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174" y="457200"/>
            <a:ext cx="71776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2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B0BEF3-4CDF-3886-AB76-FF6F8BD9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919" y="457200"/>
            <a:ext cx="716216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9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28CE4-A95C-BF6F-2766-735CE36E9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26" y="457200"/>
            <a:ext cx="72307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93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5BFB23-2AD5-DCD8-E01B-2A0D4E2A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115" y="457200"/>
            <a:ext cx="71797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47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10CCF-8CDD-1116-6F1F-99DE9F799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362" y="457200"/>
            <a:ext cx="71792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68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0D00B-2D9B-AFB3-6749-C61C27EC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362" y="457200"/>
            <a:ext cx="71792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9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AA5BC-245A-3D5C-CA4A-5C2CEDB7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362" y="457200"/>
            <a:ext cx="71792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4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EAB763-B511-9145-C97D-7F35D233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18" y="429904"/>
            <a:ext cx="716096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23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2C3F96-8F19-3A0F-D736-67A3F9623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1" r="1" b="27785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40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7D8ADB-9EBD-040C-27CF-0598D995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131" y="583888"/>
            <a:ext cx="801123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Verify Installation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Bash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(or PowerShell/Windows Terminal) and run: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--version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C009D-6E3B-A1DF-A77F-07563C09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131" y="4899919"/>
            <a:ext cx="4284185" cy="98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47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6A4D75-EBED-CA67-9948-3ACFFD63FD31}"/>
              </a:ext>
            </a:extLst>
          </p:cNvPr>
          <p:cNvSpPr txBox="1"/>
          <p:nvPr/>
        </p:nvSpPr>
        <p:spPr>
          <a:xfrm>
            <a:off x="2276" y="340773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🧑‍💻 Configure Your Identity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C5360-77C9-650B-9EA8-377153C8103B}"/>
              </a:ext>
            </a:extLst>
          </p:cNvPr>
          <p:cNvSpPr txBox="1"/>
          <p:nvPr/>
        </p:nvSpPr>
        <p:spPr>
          <a:xfrm>
            <a:off x="1385247" y="1296116"/>
            <a:ext cx="615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Globally (affects all your repos):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5413-173C-3977-B7F7-6D2E5C090E68}"/>
              </a:ext>
            </a:extLst>
          </p:cNvPr>
          <p:cNvSpPr txBox="1"/>
          <p:nvPr/>
        </p:nvSpPr>
        <p:spPr>
          <a:xfrm>
            <a:off x="2081282" y="2097571"/>
            <a:ext cx="7990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--global user.name "Your Name"</a:t>
            </a:r>
          </a:p>
          <a:p>
            <a:r>
              <a:rPr lang="en-US" dirty="0"/>
              <a:t>git config --global </a:t>
            </a:r>
            <a:r>
              <a:rPr lang="en-US" dirty="0" err="1"/>
              <a:t>user.email</a:t>
            </a:r>
            <a:r>
              <a:rPr lang="en-US" dirty="0"/>
              <a:t> "your_verified_email@example.com"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7EE232-049E-2AB0-27ED-52DADF5C4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197" y="3881036"/>
            <a:ext cx="38010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Locally (only for a specific repo):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D9E32-FD73-BAE5-2C52-AE8495936C89}"/>
              </a:ext>
            </a:extLst>
          </p:cNvPr>
          <p:cNvSpPr txBox="1"/>
          <p:nvPr/>
        </p:nvSpPr>
        <p:spPr>
          <a:xfrm>
            <a:off x="2081283" y="4638554"/>
            <a:ext cx="6155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cd path/to/repo</a:t>
            </a:r>
          </a:p>
          <a:p>
            <a:r>
              <a:rPr lang="en-US" dirty="0"/>
              <a:t>git config user.name "Your Name"</a:t>
            </a:r>
          </a:p>
          <a:p>
            <a:r>
              <a:rPr lang="en-US" dirty="0"/>
              <a:t>git config </a:t>
            </a:r>
            <a:r>
              <a:rPr lang="en-US" dirty="0" err="1"/>
              <a:t>user.email</a:t>
            </a:r>
            <a:r>
              <a:rPr lang="en-US" dirty="0"/>
              <a:t> "your_verified_email@example.com"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4BE18-59C5-219F-67AC-B1D277307B52}"/>
              </a:ext>
            </a:extLst>
          </p:cNvPr>
          <p:cNvSpPr txBox="1"/>
          <p:nvPr/>
        </p:nvSpPr>
        <p:spPr>
          <a:xfrm>
            <a:off x="9044860" y="86399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Important *****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995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119</Words>
  <Application>Microsoft Office PowerPoint</Application>
  <PresentationFormat>Widescreen</PresentationFormat>
  <Paragraphs>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Scan  To connect with me</vt:lpstr>
      <vt:lpstr>Installing Git 2.50.1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Git 2.50.1</dc:title>
  <dc:creator>charaka amarasekara</dc:creator>
  <cp:lastModifiedBy>charaka amarasekara</cp:lastModifiedBy>
  <cp:revision>3</cp:revision>
  <dcterms:created xsi:type="dcterms:W3CDTF">2025-08-05T05:09:17Z</dcterms:created>
  <dcterms:modified xsi:type="dcterms:W3CDTF">2026-09-15T13:47:23Z</dcterms:modified>
</cp:coreProperties>
</file>